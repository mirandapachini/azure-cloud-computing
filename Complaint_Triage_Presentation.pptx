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66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237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4404" y="-1331075"/>
            <a:ext cx="6400800" cy="6400800"/>
          </a:xfrm>
          <a:prstGeom prst="ellipse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730606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8961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Sentiment &amp; Urgency Triage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complaint text into fraud-fighting signal with Microsoft Azure AI Language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512064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532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08960" y="512064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08960" y="5532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209BDE-46A1-7479-564B-E54362364C13}"/>
              </a:ext>
            </a:extLst>
          </p:cNvPr>
          <p:cNvSpPr txBox="1"/>
          <p:nvPr/>
        </p:nvSpPr>
        <p:spPr>
          <a:xfrm>
            <a:off x="9320644" y="4700677"/>
            <a:ext cx="24236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Miranda Pachini and German Collado </a:t>
            </a:r>
          </a:p>
          <a:p>
            <a:r>
              <a:rPr lang="en-US" sz="1800" dirty="0">
                <a:solidFill>
                  <a:schemeClr val="bg2"/>
                </a:solidFill>
              </a:rPr>
              <a:t>University of Louisville</a:t>
            </a:r>
          </a:p>
          <a:p>
            <a:r>
              <a:rPr lang="en-US" sz="1800" dirty="0">
                <a:solidFill>
                  <a:schemeClr val="bg2"/>
                </a:solidFill>
              </a:rPr>
              <a:t>MSBA 695-50 Cloud Computing</a:t>
            </a:r>
          </a:p>
          <a:p>
            <a:r>
              <a:rPr lang="en-US" sz="1800" dirty="0">
                <a:solidFill>
                  <a:schemeClr val="bg2"/>
                </a:solidFill>
              </a:rPr>
              <a:t>July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Financial Protection Bureau (CFPB) Consumer Complaint Database - free, public, no signup or key required. Returns results as JSON, CSV, or Excel.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17062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184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80160" y="189280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to present - database updates daily as new complaints are processed.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dec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" y="257495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4871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80160" y="27614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million+ complaints sent to companies for response overall, incl. 4.6M+ credit reporting, 96,000+ student loan, 83,000+ medical debt collection.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deck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344363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355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API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280160" y="36301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consumerfinance.gov/data-research/consumer-complaints/search - live API endpoint used by this project's search/api/v1/.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deck/icons/t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" y="4312310"/>
            <a:ext cx="427939" cy="4279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224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USED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narrative, product/sub-product, issue/sub-issue, company name, and the company's actual response.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22960" y="55138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LIVE STREAMLIT DEMO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023360" y="5468112"/>
            <a:ext cx="7360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1.4 GB bulk CFPB complaints CSV (downloaded from Kaggle) was used in place of the live API - instant, reliable loads with no dependency on CFPB's server during the presentation.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The Application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371600"/>
            <a:ext cx="1097280" cy="10972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537" y="1492301"/>
            <a:ext cx="855878" cy="855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32918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371600" y="42976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helps, what each flag means, and how it minimizes fraud and profit loss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complaints get buried.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fraud report can sit unread behind hundreds of routine billing questions. By the time a human reviewer reaches it, the damage may have already spread to other customers.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doesn't scale.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every complaint requires a large team, and most businesses don't have a data science budget to automate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29400" y="137160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0" y="1627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OWN TEST SAMPLE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192024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949440" y="2880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100 sampled complaints carried negative sentiment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3520440"/>
            <a:ext cx="4206240" cy="0"/>
          </a:xfrm>
          <a:prstGeom prst="line">
            <a:avLst/>
          </a:prstGeom>
          <a:noFill/>
          <a:ln w="12700">
            <a:solidFill>
              <a:srgbClr val="00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0" y="365760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50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6949440" y="45720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the stricter urgency bar (negative + 2 severity keywords) - the real "act now" signal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Business 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Designed to Help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6" y="1639976"/>
            <a:ext cx="606247" cy="6062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5270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Loss Prevention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00200" y="193852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beneficiary - gets suspected fraud in front of them same-day, not buried in a queue.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24912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head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" y="2810408"/>
            <a:ext cx="606247" cy="6062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697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00200" y="31089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prioritized worklist instead of reading complaints top to bottom in submission order.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95344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deck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6" y="3980840"/>
            <a:ext cx="606247" cy="6062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8679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Compliance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600200" y="427939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recurring issues as a pattern - a billing bug or policy change - not scattered complaints.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65776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/home/claude/deck/icons/usert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36" y="5151272"/>
            <a:ext cx="606247" cy="6062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50383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600200" y="544982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an at-a-glance view of complaint volume and severity trends without reading anything.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Business Problem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Flag Means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38100" dir="5400000" algn="bl" rotWithShape="0">
              <a:srgbClr val="9AAEC7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40180" y="2057400"/>
            <a:ext cx="914400" cy="9144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s/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64" y="21579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/ neutral / mixed, with a confidence score. The first filter on urgency.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38100" dir="5400000" algn="bl" rotWithShape="0">
              <a:srgbClr val="9AAEC7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66260" y="2057400"/>
            <a:ext cx="914400" cy="9144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/icons/t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2157984"/>
            <a:ext cx="713232" cy="713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57600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Credit Reporting, Customer Service, or Billing - which team should own this complaint.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0" y="17373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38100" dir="5400000" algn="bl" rotWithShape="0">
              <a:srgbClr val="9AAEC7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292340" y="2057400"/>
            <a:ext cx="914400" cy="914400"/>
          </a:xfrm>
          <a:prstGeom prst="ellipse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/icons/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215798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Flag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83680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AND 2+ severity keywords. The actual "act now" signal - not just a bad mood.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326880" y="17373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38100" dir="5400000" algn="bl" rotWithShape="0">
              <a:srgbClr val="9AAEC7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218420" y="2057400"/>
            <a:ext cx="914400" cy="9144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9004" y="2157984"/>
            <a:ext cx="713232" cy="7132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6404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Phrases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509760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topics extracted from the text - the evidence behind every flag, not a black box.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Business Problem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Minimizing Fraud &amp; Profit Loss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48740" y="1828800"/>
            <a:ext cx="1005840" cy="10058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382" y="1939442"/>
            <a:ext cx="784555" cy="7845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flag surfaces likely fraud the moment it's filed, not after it's buried in a queue.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10896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210812" y="1828800"/>
            <a:ext cx="1005840" cy="10058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deck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454" y="1939442"/>
            <a:ext cx="784555" cy="7845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10712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02152" y="34290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gets same-day visibility instead of competing with routine billing questions.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71032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7072884" y="1828800"/>
            <a:ext cx="1005840" cy="10058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ck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526" y="1939442"/>
            <a:ext cx="784555" cy="78455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72784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Patterns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64224" y="34290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spike in "unauthorized charge" mentions can reveal a breach before it's caught any other way.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833104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9934956" y="1828800"/>
            <a:ext cx="1005840" cy="10058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deck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598" y="1939442"/>
            <a:ext cx="784555" cy="78455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34856" y="3017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Loss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9226296" y="34290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limits how far financial exposure spreads across customers.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Business Problem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581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live complaints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value is catching new fraud early - not analyzing what already happened.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724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alerting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108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Slack, or Teams alerts when a complaint is flagged urgent, so it never just sits in a table.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867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false negatives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251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check missed urgent complaints and expand the keyword list - this is a living system.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5010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 outcomes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394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which flags turned out to be actual fraud to build an accuracy record, and decide if an LLM upgrade is worth 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Business 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371600"/>
            <a:ext cx="1097280" cy="10972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537" y="1492301"/>
            <a:ext cx="855878" cy="855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32918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Application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97280" y="42976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column means, how it's used in a business setting, and how Azure AI Language changes the game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Column Means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4206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complaint text itself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 reviewer reads to confirm a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/ negative / neutral / 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emotional read without reading full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sure the model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a low-confidence call differently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key_phrases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extracted from the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dozens of complaints in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/ Billing / Credit /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to the right team automatically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 escalation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column a fraud team filters on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The Application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It in a Business Setting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1782166"/>
            <a:ext cx="641909" cy="641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67335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urgent = True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45920" y="210312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team's priority worklist for the day - the first thing they check every morning.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t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3199486"/>
            <a:ext cx="641909" cy="6419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09067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45920" y="35204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hands complaints off to the right team - no manual sorting required.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52628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deck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6" y="4616806"/>
            <a:ext cx="641909" cy="6419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450799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charts for leadership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645920" y="49377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By-category and by-sentiment views become a summary report with no manual tallying.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The Application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Azure AI Language Changes the Game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review team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Doesn't scale as complaint volume grows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Gets slower and less consistent over a long shift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a data science team to automate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Fatigue means real fraud can be missed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AZURE AI LANGUAGE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Prebuilt, managed PaaS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data science team or model training required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337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Runs on a free (F0) tier - accessible to any size business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931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Applies the same standard to complaint #1 and #10,000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4526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Instant, consistent - no fatigue, ever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The 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Language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91556" y="1188720"/>
            <a:ext cx="1005840" cy="10058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98" y="1299362"/>
            <a:ext cx="784555" cy="7845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text, turned into action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45920" y="338328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+ simple rules, on Microsoft Azure's free tier - catching fraud earlier without a large AI budget.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1076</Words>
  <Application>Microsoft Office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Miranda Pachini</cp:lastModifiedBy>
  <cp:revision>2</cp:revision>
  <dcterms:created xsi:type="dcterms:W3CDTF">2026-07-21T23:14:35Z</dcterms:created>
  <dcterms:modified xsi:type="dcterms:W3CDTF">2026-07-21T23:19:12Z</dcterms:modified>
</cp:coreProperties>
</file>